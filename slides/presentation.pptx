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F7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86384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252A"/>
                </a:solidFill>
              </a:rPr>
              <a:t>CareerCompass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21792" y="14813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63"/>
                </a:solidFill>
              </a:rPr>
              <a:t>Career Advisor Agent powered by LangGraph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52A"/>
                </a:solidFill>
              </a:rPr>
              <a:t>Problem: students often know some skills, but they are confused about the best career path and next learning steps.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29400" y="960120"/>
            <a:ext cx="47548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240">
            <a:solidFill>
              <a:srgbClr val="D8E9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234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52A"/>
                </a:solidFill>
              </a:rPr>
              <a:t>Student Profile → Career Path → 12-week Roadmap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967728" y="1993392"/>
            <a:ext cx="384048" cy="384048"/>
          </a:xfrm>
          <a:prstGeom prst="ellipse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7728" y="20848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43800" y="20208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52A"/>
                </a:solidFill>
              </a:rPr>
              <a:t>Analyze education, interests, skills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67728" y="2706624"/>
            <a:ext cx="384048" cy="38404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27980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0" y="27340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52A"/>
                </a:solidFill>
              </a:rPr>
              <a:t>Route to a specialist career node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67728" y="3419856"/>
            <a:ext cx="384048" cy="384048"/>
          </a:xfrm>
          <a:prstGeom prst="ellipse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35112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43800" y="34472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52A"/>
                </a:solidFill>
              </a:rPr>
              <a:t>Search latest roadmap context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67728" y="4133088"/>
            <a:ext cx="384048" cy="38404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422452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43800" y="4160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52A"/>
                </a:solidFill>
              </a:rPr>
              <a:t>Generate + evaluate + retry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3154680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23697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Conditional Workflow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71800" y="315468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323697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Iterative Loop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374904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117A82"/>
          </a:solidFill>
          <a:ln w="12700">
            <a:solidFill>
              <a:srgbClr val="117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83133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Streamlit Demo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4617720"/>
            <a:ext cx="51206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52A"/>
                </a:solidFill>
              </a:rPr>
              <a:t>Goal: give a clear, personalized, practical roadmap that a student can actually follow.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0"/>
                </a:solidFill>
              </a:rPr>
              <a:t>CareerCompass AI  •  LangGraph Group Project  •  1/5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Type &amp; Required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Designed to satisfy the QAU LangGraph rubric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5240">
            <a:solidFill>
              <a:srgbClr val="0D5C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E6F2F3"/>
          </a:solidFill>
          <a:ln w="12700">
            <a:solidFill>
              <a:srgbClr val="D7E7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91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</a:rPr>
              <a:t>TypedDict State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18745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52A"/>
                </a:solidFill>
              </a:rPr>
              <a:t>CareerState stores profile, route, research, roadmap, score, retries.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2724912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7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834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</a:rPr>
              <a:t>Conditional Edges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311810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52A"/>
                </a:solidFill>
              </a:rPr>
              <a:t>Career classifier routes to AI, Cyber, Data, Web, or Cloud.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3968496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E6F2F3"/>
          </a:solidFill>
          <a:ln w="12700">
            <a:solidFill>
              <a:srgbClr val="D7E7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40782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</a:rPr>
              <a:t>Iterative Loop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9536" y="43616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52A"/>
                </a:solidFill>
              </a:rPr>
              <a:t>Roadmap is regenerated if quality score is below 8.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481328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7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591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</a:rPr>
              <a:t>Tool Usage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0528" y="18745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52A"/>
                </a:solidFill>
              </a:rPr>
              <a:t>DuckDuckGo search tool collects roadmap context.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724912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E6F2F3"/>
          </a:solidFill>
          <a:ln w="12700">
            <a:solidFill>
              <a:srgbClr val="D7E7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834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</a:rPr>
              <a:t>MemorySaver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311810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52A"/>
                </a:solidFill>
              </a:rPr>
              <a:t>thread_id persists each student session.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968496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7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40782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</a:rPr>
              <a:t>Pydantic Output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10528" y="43616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52A"/>
                </a:solidFill>
              </a:rPr>
              <a:t>CareerDecision and RoadmapReview validate LLM decisions.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1444752"/>
            <a:ext cx="0" cy="3977640"/>
          </a:xfrm>
          <a:prstGeom prst="line">
            <a:avLst/>
          </a:prstGeom>
          <a:noFill/>
          <a:ln w="13970">
            <a:solidFill>
              <a:srgbClr val="C9DD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5532120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3E0"/>
          </a:solidFill>
          <a:ln w="12700">
            <a:solidFill>
              <a:srgbClr val="FFD3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569671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52A"/>
                </a:solidFill>
              </a:rPr>
              <a:t>Why this workflow? Career choice needs branching; roadmap quality needs retry/reflection before final output.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0"/>
                </a:solidFill>
              </a:rPr>
              <a:t>CareerCompass AI  •  LangGraph Group Project  •  2/5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Every node, edge, decision point, tool node, and loop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5240">
            <a:solidFill>
              <a:srgbClr val="0D5C63"/>
            </a:solidFill>
            <a:prstDash val="solid"/>
          </a:ln>
        </p:spPr>
      </p:sp>
      <p:pic>
        <p:nvPicPr>
          <p:cNvPr id="5" name="Image 0" descr="/mnt/data/CareerCompass-AI/flowchart/career_compass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8096" y="1298448"/>
            <a:ext cx="3690608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0" y="1444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</a:rPr>
              <a:t>Decision point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66760" y="1783080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Career classifier chooses one route using Pydantic structured output.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66760" y="27432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</a:rPr>
              <a:t>Loop point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66760" y="3090672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If roadmap score &lt; 8, evaluator sends feedback back to roadmap generator.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40507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A"/>
                </a:solidFill>
              </a:rPr>
              <a:t>Tool node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66760" y="4389120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Research node calls DuckDuckGoSearchRun for latest roadmap context.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0"/>
                </a:solidFill>
              </a:rPr>
              <a:t>CareerCompass AI  •  LangGraph Group Project  •  3/5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Screenshots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Use two inputs to prove branching behavior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5240">
            <a:solidFill>
              <a:srgbClr val="0D5C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303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3970">
            <a:solidFill>
              <a:srgbClr val="D6E6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5303520" cy="43891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54480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Demo 1: AI interests input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167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Recommended Career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5C63"/>
                </a:solidFill>
              </a:rPr>
              <a:t>AI Engineer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657600" y="2167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Quality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423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52A"/>
                </a:solidFill>
              </a:rPr>
              <a:t>9/10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83480" y="21671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Attempts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423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52A"/>
                </a:solidFill>
              </a:rPr>
              <a:t>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5840" y="3081528"/>
            <a:ext cx="4617720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Weeks 1–2: Python + ML basics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Weeks 3–4: LangChain/LangGraph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Weeks 5–8: AI agent projects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Weeks 9–12: portfolio + deployment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4663440"/>
            <a:ext cx="4480560" cy="438912"/>
          </a:xfrm>
          <a:prstGeom prst="roundRect">
            <a:avLst>
              <a:gd name="adj" fmla="val 16667"/>
            </a:avLst>
          </a:prstGeom>
          <a:solidFill>
            <a:srgbClr val="F3F8F9"/>
          </a:solidFill>
          <a:ln w="12700">
            <a:solidFill>
              <a:srgbClr val="DDEB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818888"/>
            <a:ext cx="4160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C6B73"/>
                </a:solidFill>
              </a:rPr>
              <a:t>During final prep, replace this mockup with your actual Streamlit screenshot.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303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3970">
            <a:solidFill>
              <a:srgbClr val="D6E6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417320"/>
            <a:ext cx="5303520" cy="43891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554480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Demo 2: security interests input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2167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Recommended Career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C28"/>
                </a:solidFill>
              </a:rPr>
              <a:t>Cyber Security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89720" y="2167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Quality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2423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52A"/>
                </a:solidFill>
              </a:rPr>
              <a:t>8/10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515600" y="21671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Attempts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0" y="2423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52A"/>
                </a:solidFill>
              </a:rPr>
              <a:t>2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37960" y="3081528"/>
            <a:ext cx="4617720" cy="1261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Weeks 1–2: Linux + networking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Weeks 3–4: OWASP + web security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Weeks 5–8: labs + reports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52A"/>
                </a:solidFill>
              </a:rPr>
              <a:t>Weeks 9–12: SIEM + interview prep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4663440"/>
            <a:ext cx="4480560" cy="438912"/>
          </a:xfrm>
          <a:prstGeom prst="roundRect">
            <a:avLst>
              <a:gd name="adj" fmla="val 16667"/>
            </a:avLst>
          </a:prstGeom>
          <a:solidFill>
            <a:srgbClr val="F3F8F9"/>
          </a:solidFill>
          <a:ln w="12700">
            <a:solidFill>
              <a:srgbClr val="DDEB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818888"/>
            <a:ext cx="4160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C6B73"/>
                </a:solidFill>
              </a:rPr>
              <a:t>During final prep, replace this mockup with your actual Streamlit screenshot.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337560" y="5715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</a:rPr>
              <a:t>Demo command: streamlit run app.py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0"/>
                </a:solidFill>
              </a:rPr>
              <a:t>CareerCompass AI  •  LangGraph Group Project  •  4/5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&amp;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How the agent handles failure gracefully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5240">
            <a:solidFill>
              <a:srgbClr val="0D5C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FFEDEB"/>
          </a:solidFill>
          <a:ln w="12700">
            <a:solidFill>
              <a:srgbClr val="DFED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2704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5C63"/>
                </a:solidFill>
              </a:rPr>
              <a:t>Challenge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1965960" y="14996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52A"/>
                </a:solidFill>
              </a:rPr>
              <a:t>LLM can choose unexpected career labels.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2020824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EAF7EA"/>
          </a:solidFill>
          <a:ln w="12700">
            <a:solidFill>
              <a:srgbClr val="DFED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3055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5C63"/>
                </a:solidFill>
              </a:rPr>
              <a:t>Solution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965960" y="210312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52A"/>
                </a:solidFill>
              </a:rPr>
              <a:t>Literal Pydantic schema restricts routes to five careers.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624328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FFEDEB"/>
          </a:solidFill>
          <a:ln w="12700">
            <a:solidFill>
              <a:srgbClr val="DF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73405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5C63"/>
                </a:solidFill>
              </a:rPr>
              <a:t>Challenge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1965960" y="270662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52A"/>
                </a:solidFill>
              </a:rPr>
              <a:t>Weak or generic roadmap output.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227832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EAF7EA"/>
          </a:solidFill>
          <a:ln w="12700">
            <a:solidFill>
              <a:srgbClr val="DFED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33756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5C63"/>
                </a:solidFill>
              </a:rPr>
              <a:t>Solution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965960" y="331012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52A"/>
                </a:solidFill>
              </a:rPr>
              <a:t>Evaluator scores roadmap and loops back with feedback.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FFEDEB"/>
          </a:solidFill>
          <a:ln w="12700">
            <a:solidFill>
              <a:srgbClr val="DF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94106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5C63"/>
                </a:solidFill>
              </a:rPr>
              <a:t>Challenge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1965960" y="391363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52A"/>
                </a:solidFill>
              </a:rPr>
              <a:t>Web search can fail.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434840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EAF7EA"/>
          </a:solidFill>
          <a:ln w="12700">
            <a:solidFill>
              <a:srgbClr val="DFE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4456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5C63"/>
                </a:solidFill>
              </a:rPr>
              <a:t>Solution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965960" y="451713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52A"/>
                </a:solidFill>
              </a:rPr>
              <a:t>Tool node catches errors and continues gracefully.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2940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52A"/>
                </a:solidFill>
              </a:rPr>
              <a:t>Future Work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656832" y="1938528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95681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52A"/>
                </a:solidFill>
              </a:rPr>
              <a:t>Resume upload and skill extraction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656832" y="2596896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61518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52A"/>
                </a:solidFill>
              </a:rPr>
              <a:t>LinkedIn / GitHub profile analysis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656832" y="3255264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2735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52A"/>
                </a:solidFill>
              </a:rPr>
              <a:t>Job market API integration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656832" y="3913632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39319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52A"/>
                </a:solidFill>
              </a:rPr>
              <a:t>Progress tracker with weekly check-ins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629400" y="507492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52395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Presentation split: all 3 members speak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Problem → Architecture → Live Demo/Q&amp;A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51967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7A80"/>
                </a:solidFill>
              </a:rPr>
              <a:t>CareerCompass AI  •  LangGraph Group Project  •  5/5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QAU LangGraph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CareerCompass AI – Career Advisor Agent</dc:title>
  <dc:subject>LangGraph Group Project</dc:subject>
  <dc:creator>CareerCompass AI</dc:creator>
  <cp:lastModifiedBy>CareerCompass AI</cp:lastModifiedBy>
  <cp:revision>1</cp:revision>
  <dcterms:created xsi:type="dcterms:W3CDTF">2026-06-08T07:34:50Z</dcterms:created>
  <dcterms:modified xsi:type="dcterms:W3CDTF">2026-06-08T07:34:50Z</dcterms:modified>
</cp:coreProperties>
</file>