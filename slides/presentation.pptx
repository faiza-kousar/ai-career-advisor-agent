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874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6041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>
            <a:extLst>
              <a:ext uri="{FF2B5EF4-FFF2-40B4-BE49-F238E27FC236}">
                <a16:creationId xmlns:a16="http://schemas.microsoft.com/office/drawing/2014/main" id="{80483030-8C3E-49B4-A814-6DFE2AE4F81A}"/>
              </a:ext>
            </a:extLst>
          </p:cNvPr>
          <p:cNvSpPr/>
          <p:nvPr/>
        </p:nvSpPr>
        <p:spPr>
          <a:xfrm>
            <a:off x="0" y="-18473"/>
            <a:ext cx="12191695" cy="201168"/>
          </a:xfrm>
          <a:prstGeom prst="rect">
            <a:avLst/>
          </a:prstGeom>
          <a:solidFill>
            <a:srgbClr val="0D5C63"/>
          </a:solidFill>
          <a:ln w="12700">
            <a:solidFill>
              <a:srgbClr val="0D5C63"/>
            </a:solidFill>
            <a:prstDash val="solid"/>
          </a:ln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5B8435-27DB-47EA-9BF5-25EDD6E2BB4A}"/>
              </a:ext>
            </a:extLst>
          </p:cNvPr>
          <p:cNvSpPr txBox="1"/>
          <p:nvPr/>
        </p:nvSpPr>
        <p:spPr>
          <a:xfrm>
            <a:off x="3777671" y="2426736"/>
            <a:ext cx="5992091" cy="1015663"/>
          </a:xfrm>
          <a:prstGeom prst="rect">
            <a:avLst/>
          </a:prstGeom>
          <a:noFill/>
          <a:effectLst>
            <a:reflection blurRad="6350" stA="50000" endA="300" endPos="55000" dir="5400000" sy="-100000" algn="bl" rotWithShape="0"/>
          </a:effectLst>
        </p:spPr>
        <p:txBody>
          <a:bodyPr wrap="square">
            <a:spAutoFit/>
          </a:bodyPr>
          <a:lstStyle/>
          <a:p>
            <a:r>
              <a:rPr lang="en-US" sz="6000" b="1" dirty="0"/>
              <a:t>CareerCompass AI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A8647A-CC99-4D82-950E-E79CA84D856A}"/>
              </a:ext>
            </a:extLst>
          </p:cNvPr>
          <p:cNvSpPr txBox="1"/>
          <p:nvPr/>
        </p:nvSpPr>
        <p:spPr>
          <a:xfrm>
            <a:off x="4045527" y="5440219"/>
            <a:ext cx="47290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Represented By:</a:t>
            </a:r>
          </a:p>
          <a:p>
            <a:r>
              <a:rPr lang="en-US" dirty="0"/>
              <a:t>                   Iqra Sajid </a:t>
            </a:r>
          </a:p>
          <a:p>
            <a:r>
              <a:rPr lang="en-US" dirty="0"/>
              <a:t>                   Faiza Kousar</a:t>
            </a:r>
          </a:p>
          <a:p>
            <a:r>
              <a:rPr lang="en-US" dirty="0"/>
              <a:t>                   Tayyaba Sahar </a:t>
            </a:r>
          </a:p>
        </p:txBody>
      </p:sp>
    </p:spTree>
    <p:extLst>
      <p:ext uri="{BB962C8B-B14F-4D97-AF65-F5344CB8AC3E}">
        <p14:creationId xmlns:p14="http://schemas.microsoft.com/office/powerpoint/2010/main" val="24456995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BFC"/>
          </a:solidFill>
          <a:ln w="12700">
            <a:solidFill>
              <a:srgbClr val="F7FB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-18473"/>
            <a:ext cx="12191695" cy="201168"/>
          </a:xfrm>
          <a:prstGeom prst="rect">
            <a:avLst/>
          </a:prstGeom>
          <a:solidFill>
            <a:srgbClr val="0D5C63"/>
          </a:solidFill>
          <a:ln w="12700">
            <a:solidFill>
              <a:srgbClr val="0D5C6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786384"/>
            <a:ext cx="5440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17252A"/>
                </a:solidFill>
              </a:rPr>
              <a:t>CareerCompass AI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21792" y="148132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D5C63"/>
                </a:solidFill>
              </a:rPr>
              <a:t>Career Advisor Agent powered by LangGraph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057400"/>
            <a:ext cx="5120640" cy="7315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17252A"/>
                </a:solidFill>
              </a:rPr>
              <a:t>Problem: students often know some skills, but they are confused about the best career path and next learning steps.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629400" y="960120"/>
            <a:ext cx="4754880" cy="4434840"/>
          </a:xfrm>
          <a:prstGeom prst="roundRect">
            <a:avLst>
              <a:gd name="adj" fmla="val 2474"/>
            </a:avLst>
          </a:prstGeom>
          <a:solidFill>
            <a:srgbClr val="FFFFFF"/>
          </a:solidFill>
          <a:ln w="15240">
            <a:solidFill>
              <a:srgbClr val="D8E9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3720" y="1234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17252A"/>
                </a:solidFill>
              </a:rPr>
              <a:t>Student Profile → Career Path → 12-week Roadmap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967728" y="1993392"/>
            <a:ext cx="384048" cy="384048"/>
          </a:xfrm>
          <a:prstGeom prst="ellipse">
            <a:avLst/>
          </a:prstGeom>
          <a:solidFill>
            <a:srgbClr val="0D5C63"/>
          </a:solidFill>
          <a:ln w="12700">
            <a:solidFill>
              <a:srgbClr val="0D5C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67728" y="2084832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543800" y="2020824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252A"/>
                </a:solidFill>
              </a:rPr>
              <a:t>Analyze education, interests, skills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967728" y="2706624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67728" y="2798064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43800" y="2734056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252A"/>
                </a:solidFill>
              </a:rPr>
              <a:t>Route to a specialist career node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967728" y="3419856"/>
            <a:ext cx="384048" cy="384048"/>
          </a:xfrm>
          <a:prstGeom prst="ellipse">
            <a:avLst/>
          </a:prstGeom>
          <a:solidFill>
            <a:srgbClr val="0D5C63"/>
          </a:solidFill>
          <a:ln w="12700">
            <a:solidFill>
              <a:srgbClr val="0D5C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67728" y="3511296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543800" y="34472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252A"/>
                </a:solidFill>
              </a:rPr>
              <a:t>Search latest roadmap context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67728" y="4133088"/>
            <a:ext cx="384048" cy="384048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67728" y="4224528"/>
            <a:ext cx="3840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543800" y="416052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7252A"/>
                </a:solidFill>
              </a:rPr>
              <a:t>Generate + evaluate + retry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85800" y="3154680"/>
            <a:ext cx="2057400" cy="347472"/>
          </a:xfrm>
          <a:prstGeom prst="roundRect">
            <a:avLst>
              <a:gd name="adj" fmla="val 13158"/>
            </a:avLst>
          </a:prstGeom>
          <a:solidFill>
            <a:srgbClr val="0D5C63"/>
          </a:solidFill>
          <a:ln w="12700">
            <a:solidFill>
              <a:srgbClr val="0D5C6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8952" y="323697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Conditional Workflow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971800" y="3154680"/>
            <a:ext cx="1600200" cy="347472"/>
          </a:xfrm>
          <a:prstGeom prst="roundRect">
            <a:avLst>
              <a:gd name="adj" fmla="val 13158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044952" y="3236976"/>
            <a:ext cx="14538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Iterative Loop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5800" y="3749040"/>
            <a:ext cx="1645920" cy="347472"/>
          </a:xfrm>
          <a:prstGeom prst="roundRect">
            <a:avLst>
              <a:gd name="adj" fmla="val 13158"/>
            </a:avLst>
          </a:prstGeom>
          <a:solidFill>
            <a:srgbClr val="117A82"/>
          </a:solidFill>
          <a:ln w="12700">
            <a:solidFill>
              <a:srgbClr val="117A8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58952" y="3831336"/>
            <a:ext cx="14996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</a:rPr>
              <a:t>Streamlit Demo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85800" y="4617720"/>
            <a:ext cx="51206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502920" y="651967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A80"/>
                </a:solidFill>
              </a:rPr>
              <a:t>CareerCompass AI  •  LangGraph Group Project  •  1/5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 Type &amp; Required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</a:rPr>
              <a:t>Designed to satisfy the QAU LangGraph rubric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11155680" cy="0"/>
          </a:xfrm>
          <a:prstGeom prst="line">
            <a:avLst/>
          </a:prstGeom>
          <a:noFill/>
          <a:ln w="15240">
            <a:solidFill>
              <a:srgbClr val="0D5C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81328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E6F2F3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9536" y="15910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TypedDict State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9536" y="18745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CareerState stores profile, route, research, roadmap, score, retries.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58368" y="2724912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9536" y="28346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Conditional Edges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59536" y="31181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Career classifier routes to AI, Cyber, Data, Web, or Cloud.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" y="3968496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E6F2F3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4078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Iterative Loop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59536" y="43616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Roadmap is regenerated if quality score is below 8.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481328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0528" y="159105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Tool Usage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10528" y="1874520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DuckDuckGo search tool collects roadmap context.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309360" y="2724912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E6F2F3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283464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MemorySaver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10528" y="3118104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thread_id persists each student session.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309360" y="3968496"/>
            <a:ext cx="4983480" cy="804672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7E7E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0528" y="4078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5C63"/>
                </a:solidFill>
              </a:rPr>
              <a:t>Pydantic Output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510528" y="4361688"/>
            <a:ext cx="4480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17252A"/>
                </a:solidFill>
              </a:rPr>
              <a:t>CareerDecision and RoadmapReview validate LLM decisions.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97880" y="1444752"/>
            <a:ext cx="0" cy="3977640"/>
          </a:xfrm>
          <a:prstGeom prst="line">
            <a:avLst/>
          </a:prstGeom>
          <a:noFill/>
          <a:ln w="13970">
            <a:solidFill>
              <a:srgbClr val="C9DDD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97280" y="5532120"/>
            <a:ext cx="9966960" cy="530352"/>
          </a:xfrm>
          <a:prstGeom prst="roundRect">
            <a:avLst>
              <a:gd name="adj" fmla="val 13793"/>
            </a:avLst>
          </a:prstGeom>
          <a:solidFill>
            <a:srgbClr val="FFF3E0"/>
          </a:solidFill>
          <a:ln w="12700">
            <a:solidFill>
              <a:srgbClr val="FFD39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25880" y="5696712"/>
            <a:ext cx="9509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7252A"/>
                </a:solidFill>
              </a:rPr>
              <a:t>Why this workflow? Career choice needs branching; roadmap quality needs retry/reflection before final output.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02920" y="651967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A80"/>
                </a:solidFill>
              </a:rPr>
              <a:t>CareerCompass AI  •  LangGraph Group Project  •  2/5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Graph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</a:rPr>
              <a:t>Every node, edge, decision point, tool node, and loop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11155680" cy="0"/>
          </a:xfrm>
          <a:prstGeom prst="line">
            <a:avLst/>
          </a:prstGeom>
          <a:noFill/>
          <a:ln w="15240">
            <a:solidFill>
              <a:srgbClr val="0D5C63"/>
            </a:solidFill>
            <a:prstDash val="solid"/>
          </a:ln>
        </p:spPr>
      </p:sp>
      <p:pic>
        <p:nvPicPr>
          <p:cNvPr id="5" name="Image 0" descr="/mnt/data/CareerCompass-AI/flowchart/career_compass_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8096" y="1298448"/>
            <a:ext cx="3690608" cy="4800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66760" y="144475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Decision point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66760" y="1783080"/>
            <a:ext cx="30632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7252A"/>
                </a:solidFill>
              </a:rPr>
              <a:t>Career classifier chooses one route using Pydantic structured output.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366760" y="274320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Loop point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366760" y="3090672"/>
            <a:ext cx="30632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7252A"/>
                </a:solidFill>
              </a:rPr>
              <a:t>If roadmap score &lt; 8, evaluator sends feedback back to roadmap generator.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66760" y="4050792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52A"/>
                </a:solidFill>
              </a:rPr>
              <a:t>Tool node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366760" y="4389120"/>
            <a:ext cx="3063240" cy="5943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7252A"/>
                </a:solidFill>
              </a:rPr>
              <a:t>Research node calls DuckDuckGoSearchRun for latest roadmap context.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02920" y="651967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A80"/>
                </a:solidFill>
              </a:rPr>
              <a:t>CareerCompass AI  •  LangGraph Group Project  •  3/5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Live Demo Screenshots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</a:rPr>
              <a:t>Use two inputs to prove branching behavior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11155680" cy="0"/>
          </a:xfrm>
          <a:prstGeom prst="line">
            <a:avLst/>
          </a:prstGeom>
          <a:noFill/>
          <a:ln w="15240">
            <a:solidFill>
              <a:srgbClr val="0D5C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1554480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Demo 1: AI interests input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21671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Recommended Career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0" y="21671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Quality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423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52A"/>
                </a:solidFill>
              </a:rPr>
              <a:t>9/10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983480" y="21671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Attempts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83480" y="24231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52A"/>
                </a:solidFill>
              </a:rPr>
              <a:t>1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19088" y="1554480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</a:rPr>
              <a:t>Demo 2: security interests input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21671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Recommended Career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537960" y="2423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28C28"/>
                </a:solidFill>
              </a:rPr>
              <a:t>Cyber Security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89720" y="216712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Quality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89720" y="242316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52A"/>
                </a:solidFill>
              </a:rPr>
              <a:t>8/10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10515600" y="2167128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</a:rPr>
              <a:t>Attempts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515600" y="2423160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7252A"/>
                </a:solidFill>
              </a:rPr>
              <a:t>2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3337560" y="57150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7252A"/>
                </a:solidFill>
              </a:rPr>
              <a:t>Demo command: streamlit run app.py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02920" y="651967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A80"/>
                </a:solidFill>
              </a:rPr>
              <a:t>CareerCompass AI  •  LangGraph Group Project  •  4/5</a:t>
            </a:r>
            <a:endParaRPr lang="en-US" sz="85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D9120ED5-6D30-4F18-AB12-1F3D874AD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98" y="1335026"/>
            <a:ext cx="5321814" cy="4197091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047BDD4-E420-4893-8D9E-7DF73071B3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344171"/>
            <a:ext cx="5897881" cy="417880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725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Challenges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30352" y="86868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C6B73"/>
                </a:solidFill>
              </a:rPr>
              <a:t>How the agent handles failure gracefully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124712"/>
            <a:ext cx="11155680" cy="0"/>
          </a:xfrm>
          <a:prstGeom prst="line">
            <a:avLst/>
          </a:prstGeom>
          <a:noFill/>
          <a:ln w="15240">
            <a:solidFill>
              <a:srgbClr val="0D5C6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417320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FFEDEB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527048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Challenge</a:t>
            </a:r>
            <a:endParaRPr lang="en-US" sz="920" dirty="0"/>
          </a:p>
        </p:txBody>
      </p:sp>
      <p:sp>
        <p:nvSpPr>
          <p:cNvPr id="7" name="Text 5"/>
          <p:cNvSpPr/>
          <p:nvPr/>
        </p:nvSpPr>
        <p:spPr>
          <a:xfrm>
            <a:off x="1965960" y="1499616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LLM can choose unexpected career labels.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020824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EAF7EA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21305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Solution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965960" y="2103120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Literal Pydantic schema restricts routes to five careers.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624328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FFEDEB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734056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Challenge</a:t>
            </a:r>
            <a:endParaRPr lang="en-US" sz="920" dirty="0"/>
          </a:p>
        </p:txBody>
      </p:sp>
      <p:sp>
        <p:nvSpPr>
          <p:cNvPr id="13" name="Text 11"/>
          <p:cNvSpPr/>
          <p:nvPr/>
        </p:nvSpPr>
        <p:spPr>
          <a:xfrm>
            <a:off x="1965960" y="2706624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Weak or generic roadmap output.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227832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EAF7EA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337560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Solution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1965960" y="3310128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Evaluator scores roadmap and loops back with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831336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FFEDEB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941064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Challenge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1965960" y="3913632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Web search can fail.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34840"/>
            <a:ext cx="5394960" cy="384048"/>
          </a:xfrm>
          <a:prstGeom prst="roundRect">
            <a:avLst>
              <a:gd name="adj" fmla="val 14286"/>
            </a:avLst>
          </a:prstGeom>
          <a:solidFill>
            <a:srgbClr val="EAF7EA"/>
          </a:solidFill>
          <a:ln w="12700">
            <a:solidFill>
              <a:srgbClr val="DFED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" y="4544568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D5C63"/>
                </a:solidFill>
              </a:rPr>
              <a:t>Solution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1965960" y="4517136"/>
            <a:ext cx="38404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17252A"/>
                </a:solidFill>
              </a:rPr>
              <a:t>Tool node catches errors and continues gracefully.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29400" y="1417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7252A"/>
                </a:solidFill>
              </a:rPr>
              <a:t>Future Work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656832" y="1938528"/>
            <a:ext cx="256032" cy="25603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086600" y="1956816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7252A"/>
                </a:solidFill>
              </a:rPr>
              <a:t>Resume upload and skill extraction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6656832" y="2596896"/>
            <a:ext cx="256032" cy="25603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86600" y="2615184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7252A"/>
                </a:solidFill>
              </a:rPr>
              <a:t>LinkedIn / GitHub profile analysis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656832" y="3255264"/>
            <a:ext cx="256032" cy="25603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3273552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7252A"/>
                </a:solidFill>
              </a:rPr>
              <a:t>Job market API integration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6656832" y="3913632"/>
            <a:ext cx="256032" cy="256032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86600" y="3931920"/>
            <a:ext cx="4160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17252A"/>
                </a:solidFill>
              </a:rPr>
              <a:t>Progress tracker with weekly check-ins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812280" y="523951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Presentation split: all 3 members speak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</a:rPr>
              <a:t>Problem → Architecture → Live Demo/Q&amp;A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02920" y="6519672"/>
            <a:ext cx="11155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C7A80"/>
                </a:solidFill>
              </a:rPr>
              <a:t>CareerCompass AI  •  LangGraph Group Project  •  5/5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427</Words>
  <Application>Microsoft Office PowerPoint</Application>
  <PresentationFormat>Widescreen</PresentationFormat>
  <Paragraphs>90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QAU LangGraph Course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CareerCompass AI – Career Advisor Agent</dc:title>
  <dc:subject>LangGraph Group Project</dc:subject>
  <dc:creator>CareerCompass AI</dc:creator>
  <cp:lastModifiedBy>Faiza Kousar</cp:lastModifiedBy>
  <cp:revision>3</cp:revision>
  <dcterms:created xsi:type="dcterms:W3CDTF">2026-06-08T07:34:50Z</dcterms:created>
  <dcterms:modified xsi:type="dcterms:W3CDTF">2026-06-10T18:35:47Z</dcterms:modified>
</cp:coreProperties>
</file>